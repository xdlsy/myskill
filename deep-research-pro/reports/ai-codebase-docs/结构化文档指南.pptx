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3017520"/>
            <a:ext cx="1828800" cy="45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结构化文档指南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96FF"/>
                </a:solidFill>
                <a:latin typeface="Microsoft YaHei"/>
              </a:defRPr>
            </a:pPr>
            <a:r>
              <a:t>给 AI 编码代理的项目文档体系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2026-04-26  |  6场景·8章·3附录  |  工程师与团队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AGENTS.md / CLAUDE.md / Spec-Kit / BMAD / docs-as-code / context rot 等 ~40 个关键术语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73152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导航：6 个场景 × 8 个章节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场景一·第2章</a:t>
            </a:r>
            <a:br/>
            <a:r>
              <a:t>搭建 AI 友好项目入口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AGENTS.md / CLAUDE.md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路径作用域与拆分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monorepo 多工具兼容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18872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场景二·第3章</a:t>
            </a:r>
            <a:br/>
            <a:r>
              <a:t>让 AI 看懂存量代码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Code Map + 不变量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C4 / ADR / Glossary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Runbook + Onboarding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18872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场景三·第4章</a:t>
            </a:r>
            <a:br/>
            <a:r>
              <a:t>用 AI 做增量开发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spec → plan → tasks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Spec-Kit / BMAD 选型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TDD × AI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场景四·第5章</a:t>
            </a:r>
            <a:br/>
            <a:r>
              <a:t>把文档维护成代码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Vale / lychee / hooks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PR 门禁 + CODEOWNERS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文档覆盖率指标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38328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场景五·第6章</a:t>
            </a:r>
            <a:br/>
            <a:r>
              <a:t>让文档不腐烂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anti context rot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auto memory 分工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13 种反模式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38328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场景六·第7章</a:t>
            </a:r>
            <a:br/>
            <a:r>
              <a:t>方法论选型与迁移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vanilla/Spec-Kit/BMAD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brownfield 适配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退化路径与混搭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第1章：全景导航  |  第8章：综合落地建议  |  附录A-C：术语·模板·工具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371600" cy="45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引言：三类读者路径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文档即“上下文契约”——契约写得清楚，agent 才知道边界在哪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搭车型 (30min)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跳到第1章导航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扫每章【一页结论】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看第8章实施路线图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384048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全图型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按 1→2→...→8 通读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附录穿插查阅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精读关心章节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84048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工具人型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附录B抄模板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第6章CI配置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遇到术语查附录A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当一行提示词背后站着一个会读代码、会改文件、会自己跑测试的 agent，文档的角色就被改写了：</a:t>
            </a:r>
            <a:br/>
            <a:r>
              <a:t>它不再只是给同事翻阅的备忘录，而是给 agent 在每次任务开始时加载的“上下文契约”。</a:t>
            </a:r>
            <a:br/>
            <a:br/>
            <a:r>
              <a:t>本指南综合 35+ 一手与二手来源，覆盖官方规范、实践者总结、社区反模式归档。</a:t>
            </a:r>
            <a:br/>
            <a:r>
              <a:t>每项方法论标注适用规模档（轻型/中型/重型），把判断留给读者。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371600" cy="45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FF"/>
                </a:solidFill>
                <a:latin typeface="Microsoft YaHei"/>
              </a:defRPr>
            </a:pPr>
            <a: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全景与术语速查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6 个场景 × ~40 条术语 × 3 种阅读路径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Microsoft YaHei"/>
              </a:defRPr>
            </a:pPr>
            <a:r>
              <a:t>场景 → 章节速查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想为新项目搭建 AI 入口            → 第2章 → AGENTS.md / CLAUDE.md / .claude/rules/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老项目要补 AI 友好文档             → 第3章 → ARCHITECTURE.md / ADR / Code Map / Glossary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用 AI 做增量功能开发               → 第4章 → spec.md / plan.md / tasks.md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想让文档不腐烂                     → 第5、6章 → Vale / lychee / hooks / 周审计 SOP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为团队选型方法论                   → 第7章 → vanilla / Spec-Kit / BMAD 三档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2651760" cy="21945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入口体系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AGENTS.md / CLAUDE.md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MEMORY.md / @-import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188720"/>
            <a:ext cx="2651760" cy="21945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架构文档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Code Map / ADR / MADR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C4 model / arc42 / Glossary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2651760" cy="21945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SDD 工具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Spec-Kit / BMAD / OpenSpec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Constitution / SDD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188720"/>
            <a:ext cx="2651760" cy="21945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CI 工具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Vale / lychee / markdownlint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CODEOWNERS / hooks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371600" cy="45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FF"/>
                </a:solidFill>
                <a:latin typeface="Microsoft YaHei"/>
              </a:defRPr>
            </a:pPr>
            <a: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场景一：搭建 AI 友好的项目入口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AGENTS.md / CLAUDE.md — agent 第一印象决定一切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486400" cy="5029200"/>
          </a:xfrm>
          <a:prstGeom prst="roundRect">
            <a:avLst/>
          </a:prstGeom>
          <a:solidFill>
            <a:srgbClr val="0A1A2E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096FF"/>
                </a:solidFill>
                <a:latin typeface="Microsoft YaHei"/>
              </a:defRPr>
            </a:pPr>
            <a:r>
              <a:t>一页结论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1. 入口文件用 AGENTS.md 最跨工具兼容；Claude 用户单独加 CLAUDE.md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2. CLAUDE.md ≤ 200 行软建议；MEMORY.md 硬截断 200 行 / 25 KB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3. 统一方案：短重定向 / @-import 路由(推荐) / 物理冗余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4. monorepo：AGENTS.md 覆盖语义、CLAUDE.md 合并语义；子文件不复制父级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5. Copilot applyTo 只在 cloud-agent + code-review 生效，IDE Chat 不读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6. 优先级：Claude local&gt;project&gt;user；Cursor Team&gt;Project&gt;User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7. 高频 H2 七件套：Overview / Build &amp; Test / Style / Testing / Commit / Do Not /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188720"/>
            <a:ext cx="50292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入口文件长度分布（20+ 开源项目抽样）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重型(200+行)：框架/SDK 如 codex(213行)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标准型(50-150行)：公认舒适区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极简型(≤30行)：规则单一小团队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路由型(≤5行)：入口当重定向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749039"/>
            <a:ext cx="5029200" cy="24688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三家工具路径作用域对比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Claude paths: YAML数组，读到匹配文件时加载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Cursor globs: 与 alwaysApply 互斥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Copilot applyTo: 逗号分隔，IDE Chat不读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⚠️ paths 只在 agent 读文件时加载，全局规则不放带 paths 的子规则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371600" cy="45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FF"/>
                </a:solidFill>
                <a:latin typeface="Microsoft YaHei"/>
              </a:defRPr>
            </a:pPr>
            <a: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场景二：让 AI 看懂存量代码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Code Map + 不变量 + ADR + Glossary — 找代码比改代码慢 5 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474720" cy="25603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Code Map（第一公民）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matklad 三段式：Bird's-eye → Code Map → Cross-cutting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每个条目答：'干啥的' + '想改这个先看哪里'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不放链接——链接会腐烂，用命名+grep 取代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3657600"/>
            <a:ext cx="3474720" cy="25603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ADR（为什么选 A 不选 B）| MADR 推荐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YAML frontmatter 可被 agent 程序化检索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Status 枚举：proposed→accepted→deprecated→superseded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Nygard 五段式：Title/Status/Context/Decision/Consequences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657600"/>
            <a:ext cx="3474720" cy="25603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Glossary（领域语言）| 6 字段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English/中文/Bounded Context/Definition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Code mapping / Don't confuse with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'Don't confuse with' 是反漂移核心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10515600" cy="2194560"/>
          </a:xfrm>
          <a:prstGeom prst="roundRect">
            <a:avLst/>
          </a:prstGeom>
          <a:solidFill>
            <a:srgbClr val="0A1A2E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096FF"/>
                </a:solidFill>
                <a:latin typeface="Microsoft YaHei"/>
              </a:defRPr>
            </a:pPr>
            <a:r>
              <a:t>一页结论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1. Code Map + Invariants 是第一公民——'在哪里改'比'怎么改'重要 5 倍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2. 架构图首选 C4 + Structurizr DSL；企业可补 arc42 第5/6/7章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3. ADR 模板首选 MADR——YAML frontmatter 可被 agent 程序化检索，只能追加不可改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4. Onboarding 文档前 200 行决定一切，30 分钟动手骨架让 agent 和新人都能快速进入状态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371600" cy="45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FF"/>
                </a:solidFill>
                <a:latin typeface="Microsoft YaHei"/>
              </a:defRPr>
            </a:pPr>
            <a: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场景三：用 AI 做增量开发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spec → plan → tasks — 做什么 / 怎么做 / 一步步做哪些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747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spec.md — 做什么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用户故事 + Gherkin AC (Given/When/Then)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每个 story 必须 INDEPENDENTLY TESTABLE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AC 数量 3-7 条是 story 大小的体温计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188720"/>
            <a:ext cx="34747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plan.md — 怎么做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Constitution Check 门禁必须先过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Technical Context 9字段，缺省=NEEDS CLARIFICATION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Complexity Tracking 登记违反宪章的设计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188720"/>
            <a:ext cx="34747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tasks.md — 一步步做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[P]并行：不同文件+无依赖+同phase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粒度：Task 15min-2h / Story 0.5-3天 / Epic 1-4周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test 编号 &lt; 实现编号（不可颠倒）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500"/>
                </a:solidFill>
                <a:latin typeface="Microsoft YaHei"/>
              </a:defRPr>
            </a:pPr>
            <a:r>
              <a:t>决策树：什么情况写 plan？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diff 一句话能描述 → 跳过 plan（如改 typo）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修小 bug 已定位、1-2 文件 → 轻 plan：口头列 2-3 步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加新接口/端点、3+文件 → Plan Mode + plan.md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跨模块重构/新功能含数据模型 → 完整三件套 + 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749039"/>
            <a:ext cx="50292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TDD × AI Agent 铁律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顺序：spec → test → code（不可颠倒）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test 必须先 FAIL 再 PASS（防止占位测试）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tasks.md 里 test 编号 &lt; 实现编号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Anthropic: 'test is the single highest-leverage thing'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三个检查点：人审spec / 先红后绿 / 编号约束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371600" cy="45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FF"/>
                </a:solidFill>
                <a:latin typeface="Microsoft YaHei"/>
              </a:defRPr>
            </a:pPr>
            <a: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场景四：把文档维护成代码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docs-as-code 四要素：同仓 · PR门禁 · CI校验 · CODEOWNERS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Vale — prose lint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拼写/术语/可读性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Google+write-good+proselint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18872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markdownlint — 结构 lint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标题层级/列表风格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代码围栏语言标签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18872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lychee — 链接检查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Rust实现，异步并发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大仓快5-30×，自带缓存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dorny/paths-filter — PR门禁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防止代码改了docs没改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支持label跳过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347472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CODEOWNERS — 审批归属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docs/指定Reviewer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Branch Protection启用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47472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Claude hooks — 自动化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8个事件点可配置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PreToolUse/PostToolUse/SessionStart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文档覆盖率指标：src/docs 行变比 0.05–0.30（健康）| staleness 度量 | agent 引用率 | GitLab 四角色：Developer→PM→Tech Writer→Maintainer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371600" cy="45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FF"/>
                </a:solidFill>
                <a:latin typeface="Microsoft YaHei"/>
              </a:defRPr>
            </a:pPr>
            <a: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场景五：让文档与规则不腐烂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n² attention + context rot — 对抗上下文腐烂的 10 条核心发现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20574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01 JIT &gt; Preload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保留轻量标识符，运行时再取数据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188720"/>
            <a:ext cx="20574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02 CLAUDE.md ≤200行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MEMORY.md 硬截断200行/25KB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188720"/>
            <a:ext cx="20574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03 auto memory ≠ CLAUDE.md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agent草稿本 vs 团队法典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188720"/>
            <a:ext cx="20574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04 InstructionsLoaded 限制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只审计加载，不能审计遵守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1188720"/>
            <a:ext cx="20574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05 3种失效信号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纠正≥2次 / 0命中 / compaction后重犯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20574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06 周审计15项SOP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大小检查→矛盾清理→路径存活→强调降噪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749039"/>
            <a:ext cx="20574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07 n² attention 根因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每多1token就多n个新配对关系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749039"/>
            <a:ext cx="20574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08 compaction后规则消失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深目录规则只放根或用hook重注入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3749039"/>
            <a:ext cx="20574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09 Skill 静默驱逐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共享25000 token预算，溢出时最旧skill丢弃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3749039"/>
            <a:ext cx="20574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10 YOU MUST 别泛滥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每个CLAUDE.md至多2-3条全大写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371600" cy="45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FF"/>
                </a:solidFill>
                <a:latin typeface="Microsoft YaHei"/>
              </a:defRPr>
            </a:pPr>
            <a: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方法论选型与迁移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约定 → 流程 → 组织 三阶梯 — 不要跨阶梯升级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约定层 · vanilla</a:t>
            </a:r>
            <a:br/>
            <a:r>
              <a:t>单文件 AGENTS.md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&lt; 30分钟上手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1-3人/原型项目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删文件即可退化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18872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流程层 · Spec-Kit</a:t>
            </a:r>
            <a:br/>
            <a:r>
              <a:t>SDD 流水线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0.5-1天上手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4-10人/跨PR feature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停用命令即退化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188720"/>
            <a:ext cx="347472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FF9500"/>
                </a:solidFill>
                <a:latin typeface="Microsoft YaHei"/>
              </a:defRPr>
            </a:pPr>
            <a:r>
              <a:t>组织层 · BMAD</a:t>
            </a:r>
            <a:br/>
            <a:r>
              <a:t>角色驱动 Agile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1-3天上手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企业/多stakeholder/强合规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退化难，需逐步剥离角色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Microsoft YaHei"/>
              </a:defRPr>
            </a:pPr>
            <a:r>
              <a:t>选型决策树（按团队规模）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个人/1人/原型        → vanilla AGENTS.md (≤200行)，不装任何框架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1-3人/单仓库/6月内   → AGENTS.md + CONVENTIONS.md + 1-3份ADR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4-10人/长期           → + .claude/rules/ 路径作用域 + .claude/skills/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跨团队/monorepo       → Spec-Kit（brownfield优先OpenSpec试水）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企业/强治理/Agile     → BMAD（先评估“小MVP慢10-15x”是否可接受）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840480"/>
            <a:ext cx="3840480" cy="2286000"/>
          </a:xfrm>
          <a:prstGeom prst="roundRect">
            <a:avLst/>
          </a:prstGeom>
          <a:solidFill>
            <a:srgbClr val="0A1A2E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096FF"/>
                </a:solidFill>
                <a:latin typeface="Microsoft YaHei"/>
              </a:defRPr>
            </a:pPr>
            <a:r>
              <a:t>一页结论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⚠️ Spec-Kit 官方自承 over-engineering 风险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⚠️ BMAD issue #2003：小MVP慢10-15×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⚠️ brownfield 慎用 Spec-Kit/BMAD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💡 BMAD→vanilla退化路径已走通（issue #2003）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💡 长期看空重型SDD：模型能力提升时边际价值压缩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371600" cy="45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FF"/>
                </a:solidFill>
                <a:latin typeface="Microsoft YaHei"/>
              </a:defRPr>
            </a:pPr>
            <a: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综合落地建议与仓库骨架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信息密度排序 + 推荐仓库骨架 — 直接照搬即可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Microsoft YaHei"/>
              </a:defRPr>
            </a:pPr>
            <a:r>
              <a:t>AGENTS.md 200 行预算分配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73736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30%</a:t>
            </a:r>
            <a:br/>
            <a:r>
              <a:t>Quickstart 命令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安装依赖/启动服务/运行测试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737360"/>
            <a:ext cx="173736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25%</a:t>
            </a:r>
            <a:br/>
            <a:r>
              <a:t>Repo layout + 不变量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目录结构+3-5条'永远/绝不'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37360"/>
            <a:ext cx="173736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15%</a:t>
            </a:r>
            <a:br/>
            <a:r>
              <a:t>How to make a change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分支命名/测试必须绿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737360"/>
            <a:ext cx="173736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15%</a:t>
            </a:r>
            <a:br/>
            <a:r>
              <a:t>Where to look first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任务→路径速查映射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737360"/>
            <a:ext cx="173736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10%</a:t>
            </a:r>
            <a:br/>
            <a:r>
              <a:t>Troubleshooting top 3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新手最可能踩的3个坑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1737360"/>
            <a:ext cx="173736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C853"/>
                </a:solidFill>
                <a:latin typeface="Microsoft YaHei"/>
              </a:defRPr>
            </a:pPr>
            <a:r>
              <a:t>5%</a:t>
            </a:r>
            <a:br/>
            <a:r>
              <a:t>指针到深度文档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ARCHITECTURE/onboarding/decisions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500"/>
                </a:solidFill>
                <a:latin typeface="Microsoft YaHei"/>
              </a:defRPr>
            </a:pPr>
            <a:r>
              <a:t>推荐仓库骨架（5-30人团队，三工具混用）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your-project/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├── AGENTS.md                # 跨工具入口（≤200行）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├── CLAUDE.md                # @AGENTS.md + Claude特有补充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├── .github/copilot-instructions.md + CODEOWNERS + workflows/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├── .cursor/rules/  +  .claude/rules/ + skills/ + hooks/ + settings.json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├── docs/  (onboarding / glossary / architecture / decisions / runbooks / howto)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├── ARCHITECTURE.md  (matklad 三段式 Code Map)</a:t>
            </a:r>
          </a:p>
          <a:p>
            <a:pPr>
              <a:spcAft>
                <a:spcPts val="5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└── .vale.ini + .markdownlint.json + .lycheeignore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371600" cy="45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FF"/>
                </a:solidFill>
                <a:latin typeface="Microsoft YaHei"/>
              </a:defRPr>
            </a:pPr>
            <a:r>
              <a:t>第 A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附录 A-C：术语表 · 模板 · 工具清单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~40条术语 · 5大类别 · 五字段格式（全称→定义→边界→用法→权威源）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74720" cy="23774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入口体系 (9条)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AGENTS.md / CLAUDE.md / MEMORY.md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CONVENTIONS.md / @-import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paths / globs / applyTo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188720"/>
            <a:ext cx="3474720" cy="23774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SDD &amp; 流程 (9条)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SDD / Spec-Kit / BMAD / OpenSpec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Constitution / Spec-Plan-Tasks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INDEPENDENTLY TESTABLE / Gherkin 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188720"/>
            <a:ext cx="3474720" cy="23774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架构文档 (10条)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Code Map / ADR / MADR / Nygard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C4 / arc42 / 4+1 view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Glossary / Bounded Context / Y-statement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3474720" cy="23774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CI &amp; 运维 (9条)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Vale / markdownlint / lychee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CODEOWNERS / dorny/paths-filter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hooks / PreToolUse / JIT检索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3840480"/>
            <a:ext cx="3474720" cy="23774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300" b="1">
                <a:solidFill>
                  <a:srgbClr val="0096FF"/>
                </a:solidFill>
                <a:latin typeface="Microsoft YaHei"/>
              </a:defRPr>
            </a:pPr>
            <a:r>
              <a:t>上下文工程 (6条)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context rot / n² attention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compaction / auto memory</a:t>
            </a:r>
          </a:p>
          <a:p>
            <a:pPr>
              <a:spcAft>
                <a:spcPts val="400"/>
              </a:spcAft>
              <a:defRPr sz="1000">
                <a:solidFill>
                  <a:srgbClr val="CCCCCC"/>
                </a:solidFill>
                <a:latin typeface="Microsoft YaHei"/>
              </a:defRPr>
            </a:pPr>
            <a:r>
              <a:t>prompt cache / InstructionsLoaded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371600" cy="45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附录 B &amp; C：模板速查 + 工具清单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附录 B：模板与文件骨架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B.1 Spec-Kit 四件套 (Constitution / spec / plan / tasks)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B.2 BMAD Epic + Story 模板（含 AC 反追踪）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B.3 docs/ 目录全套骨架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B.4 docs-as-code 工具配置 (Vale / markdownlint / lychee / CI)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B.5 PR 门禁配置 (CODEOWNERS / paths-filter / ADR联动)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B.6 Claude Code hooks 脚本 (block-docs-write / remind-docs / inject-stale)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附录 C：工具与延伸阅读清单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入口体系：agents.md / Claude Code docs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架构文档：matklad ARCHITECTURE / MADR / C4 model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SDD 工具：Spec-Kit / BMAD / OpenSpec / TinySpec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CI 工具：Vale / lychee / markdownlint / Structurizr / dependency-cruiser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方法论参考：ThoughtWorks Tech Radar / Anthropic best practices</a:t>
            </a:r>
          </a:p>
          <a:p>
            <a:pPr>
              <a:spcAft>
                <a:spcPts val="55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• 业界实践：GitLab Handbook / Stripe / Vercel /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Microsoft YaHei"/>
              </a:defRPr>
            </a:pPr>
            <a:r>
              <a:t>核心理念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1. 文档是“上下文契约”——契约写得清楚，agent 才知道边界在哪、风格在哪、谁说了算</a:t>
            </a:r>
          </a:p>
          <a:p>
            <a:pPr>
              <a:spcAft>
                <a:spcPts val="65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2. “If you could describe the diff in one sentence, skip the plan” — Anthropic</a:t>
            </a:r>
          </a:p>
          <a:p>
            <a:pPr>
              <a:spcAft>
                <a:spcPts val="65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3. 把方法论选型当成“当下能力补丁”，不是“永久基础设施”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45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谢谢阅读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6FF"/>
                </a:solidFill>
                <a:latin typeface="Microsoft YaHei"/>
              </a:defRPr>
            </a:pPr>
            <a:r>
              <a:t>结构化文档指南 · 给 AI 编码代理的项目文档体系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完整文档见：结构化文档指南.md</a:t>
            </a:r>
            <a:br/>
            <a:r>
              <a:t>生成日期：2026-04-30</a:t>
            </a:r>
            <a:br/>
            <a:br/>
            <a:r>
              <a:t>下一步：抄附录B模板 → 写 AGENTS.md → 配 CI → 跑周审计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