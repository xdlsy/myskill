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1828800" cy="1828800"/>
          </a:xfrm>
          <a:prstGeom prst="oval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0040"/>
            <a:ext cx="1371600" cy="1371600"/>
          </a:xfrm>
          <a:prstGeom prst="oval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4023360"/>
            <a:ext cx="1097280" cy="1097280"/>
          </a:xfrm>
          <a:prstGeom prst="oval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dockit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智能文档体系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驱动的代码仓文档化 · Progressive Disclosure &amp; JIT Retrieval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4206240"/>
            <a:ext cx="2194560" cy="45720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个技能  ·  5 层知识架构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 dockit？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AI 编码助手的代码仓文档化方案。核心理念来自 Anthropic 2025 上下文工程研究：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Progressive Disclosure 将存量代码转化为 AI 可消费的结构化知识，而非把所有信息塞进上下文窗口。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219456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103120"/>
            <a:ext cx="640080" cy="640080"/>
          </a:xfrm>
          <a:prstGeom prst="oval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结构化文档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 AGENTS.md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代码地图与模块说明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（matklad 三段式范式）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468880" cy="219456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103120"/>
            <a:ext cx="640080" cy="640080"/>
          </a:xfrm>
          <a:prstGeom prst="oval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176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知识管理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决策记录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经验库持续积累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跨模块知识图谱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（五层知识架构 L0-L4）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468880" cy="219456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2103120"/>
            <a:ext cx="640080" cy="640080"/>
          </a:xfrm>
          <a:prstGeom prst="oval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2176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原生适配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936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规则加载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路径作用域智能注入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自动触发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（Anthropic 四层加载模型）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理论基础：Anthropic Effective Context Engineering (2025)  ·  Vercel AGENTS.md evals (2026)  ·  Princeton AI Docs 研究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核心设计原理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来自 Anthropic、Vercel、Princeton 等研究的方法论基础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71600"/>
            <a:ext cx="77724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37160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1682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渐进式披露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371600" y="19019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不把所有信息塞进上下文窗口。agent 持有轻量标识符（路径、查询、URL），在运行时按需获取数据。入口文件 ≤200 行，详细文档由指针引导读取。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315200" y="1444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2025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40080" y="2560320"/>
            <a:ext cx="77724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560320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Retrieval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28712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即时检索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371600" y="309067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混合模式：CLAUDE.md 预先加载 + glob/grep 原语按需导航。用 Grep 找符号、Glob 找路径、Read 确认，比预加载高效 10 倍。避免 n² attention 导致的 context rot。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315200" y="26334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Context Engineering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640080" y="3749040"/>
            <a:ext cx="77724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74904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319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over Copy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371600" y="4059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指针优于副本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371600" y="42793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入口文件只放路径引用和一句话说明，不复制详细内容。@-import 语法支持 5 跳递归。what/where 自动生成，why/when 手写。CLAUDE.md 只用一行 @AGENTS.md。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315200" y="3822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HumanLayer / Julep-AI 实践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1828800" cy="1828800"/>
          </a:xfrm>
          <a:prstGeom prst="oval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0040"/>
            <a:ext cx="1371600" cy="1371600"/>
          </a:xfrm>
          <a:prstGeom prst="oval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4023360"/>
            <a:ext cx="1097280" cy="1097280"/>
          </a:xfrm>
          <a:prstGeom prst="oval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五层知识架构 (L0–L4)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 2025-2026 共识模型 — 从热记忆到知识图谱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768096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417320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4173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4538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热记忆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45389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/ CLAUDE.md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25880" y="17099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始终加载，≤200行。基本规则和入口索引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2112264"/>
            <a:ext cx="621792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2112264"/>
            <a:ext cx="54864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211226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5740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skills/*/SKILL.md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2404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按需触发，&lt;2000 tokens。可复用的专家工作流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807208"/>
            <a:ext cx="475488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2807208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280720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88920" y="28437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决策记录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0" y="28437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docs/adr/NNNN-title.md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88920" y="3099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按需检索，MADR 格式。为什么做这个选择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3502152"/>
            <a:ext cx="329184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926080" y="3502152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063240" y="350215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520440" y="3538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5387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learnings/*.md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2044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索引引导检索。踩过的坑、调过的参数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4197096"/>
            <a:ext cx="18288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0" y="4197096"/>
            <a:ext cx="54864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3794760" y="419709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251960" y="42336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4233672"/>
            <a:ext cx="-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GRAPH.md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51960" y="4489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文本化关系图。改 A 会影响 B/C/D，因为...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 (Vercel, 2026)：被动上下文（L0 直接注入）始终优于按需检索 — Agent 不检索率高达 56%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1828800" cy="1828800"/>
          </a:xfrm>
          <a:prstGeom prst="oval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0040"/>
            <a:ext cx="1371600" cy="1371600"/>
          </a:xfrm>
          <a:prstGeom prst="oval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4023360"/>
            <a:ext cx="1097280" cy="1097280"/>
          </a:xfrm>
          <a:prstGeom prst="oval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工作流全景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阶段渐进式文档合成管线 — 每阶段确认后推进，不跳步不覆盖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5544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00200"/>
            <a:ext cx="1554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代码仓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repo-explore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84248" y="201168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03120" y="1600200"/>
            <a:ext cx="15544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600200"/>
            <a:ext cx="15544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19456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repo-init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75888" y="201168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1600200"/>
            <a:ext cx="15544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3794760" y="1600200"/>
            <a:ext cx="1554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88620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module-init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67528" y="201168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0" y="1600200"/>
            <a:ext cx="15544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160020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57784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59168" y="201168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▸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78040" y="1600200"/>
            <a:ext cx="15544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7178040" y="160020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26948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knowledge-init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3337560"/>
            <a:ext cx="3200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35"/>
          <p:cNvSpPr/>
          <p:nvPr/>
        </p:nvSpPr>
        <p:spPr>
          <a:xfrm>
            <a:off x="411480" y="3337560"/>
            <a:ext cx="54864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337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dockit-claude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3630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原生适配 | @-import 加载链 | Hook 注册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3337560"/>
            <a:ext cx="21945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3840480" y="333756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dockit-adr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3639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架构决策记录（MADR 格式）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3337560"/>
            <a:ext cx="21945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Shape 43"/>
          <p:cNvSpPr/>
          <p:nvPr/>
        </p:nvSpPr>
        <p:spPr>
          <a:xfrm>
            <a:off x="6172200" y="333756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dockit-learning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55080" y="3639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经验捕获与技能升级（L3 持续积累）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0" y="4206240"/>
            <a:ext cx="4572000" cy="50292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28600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dockit-init — 主流程编排器，一键串联 Phase 0–5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0: dockit-repo-profile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代码仓探索与画像采集 — L0 层数据基础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0EA5E9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自主探索代码仓，采集规模、语言、模块、构建、测试、CI/CD。自动生成的画像数据作为全流程单一数据源。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代码规模统计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tokei/cloc 统计各语言行数、文件数、占比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模块结构分析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识别根模块与叶子模块，判定 service/library/adapter 类型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构建系统检测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 pom.xml/go.mod/package.json，推断构建命令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测试框架识别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 JUnit/pytest/jest 等框架和测试目录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与规范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GitHub Actions/GitLab CI，分析 commit 规范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.dockit/phase0/repo-profile.md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dockit-root-agents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 AGENTS.md 生成 — L0 热记忆层（≤150 行）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基于画像数据生成根 AGENTS.md。遵循 Anthropic ≤200 行约束和信息密度排序（Quickstart 30% &gt; Repo Layout 25% &gt; How to Change 15% &gt; ...）。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README + 画像数据提取定位（30% 篇幅）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构建与测试命令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自动采集构建/测试命令（25% 篇幅，最高优先级）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代码风格指南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 lint/formatter 配置（15% 篇幅）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仓库结构图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目录树 + 模块依赖关系（15% 篇幅）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注意事项/坑点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自动检测约束 + HUMAN_REVIEW 占位（10% 篇幅）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AGENTS.md（根目录，≤150 行）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dockit-module-agents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子模块 AGENTS.md 批量生成 — L0 模块热记忆层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通过子代理并行为每个叶子模块生成 AGENTS.md。遵循"最近优先"嵌套语义，不重复根文档内容。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批量确认职责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一次性展示所有模块清单，支持编辑/跳过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子代理并行生成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每个模块独立子代理，并发执行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重复模式检测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 controller/service/repo 等模式，批量处理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约定自动提取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错误处理、命名约定、分层架构自动识别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遵循嵌套语义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只写本子树独有内容，不复制父级 AGENTS.md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&lt;module&gt;/AGENTS.md × N（每个 30-50 行）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dockit-architecture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架构文档 — matklad 三段式范式（Bird's-eye → Code map → Cross-cutting）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0EA5E9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matklad 三段式格式生成架构文档。"在哪里改"比"怎么改"重要 5 倍 — 代码地图是第一公民。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鸟瞰视图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句说明项目做什么、用户是谁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代码地图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每个模块 2-5 句：入口文件、关键导出、架构角色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横切关注点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错误处理、可观测性、测试策略、构建部署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关键约束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不直接链接文件（防失效）· ≤300 行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智能标注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 自动] / [~ 推断] / [? 待审核]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docs/ARCHITECTURE.md（≤300 行）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dockit-knowledge-init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知识架构骨架 — 对应五层架构的 L1+L2+L3 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构建四维知识目录：L1 领域能力（skills/）、L2 决策记录（adr/）、L3 经验库（learnings/）、知识库（knowledge/）。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领域能力 L1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docs/skills/ — 封装 scripts/Makefile 的可复用操作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决策记录 L2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docs/adr/ — 检测并生成 MADR 格式架构决策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经验库 L3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docs/learnings/ — LEARNINGS+ERRORS+FEATURE_REQUESTS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知识文章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docs/knowledge/ — 跨模块深层知识（错误处理/测试/可观测性）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回写入口索引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将四维索引写回根 AGENTS.md，确保 AI 可发现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docs/skills/ + docs/adr/ + docs/learnings/ + docs/knowledge/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方法论选型与文档防腐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约定 → 流程 → 组织 三阶梯  +  Docs-as-Code 维护机制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方法论阶梯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40233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554480"/>
            <a:ext cx="54864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1618488"/>
            <a:ext cx="822960" cy="201168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6184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约定层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783080" y="1591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AGENTS.md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83080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 ≤200 行，30+ 工具兼容  |  上手 &lt; 30 min  |  个人 / 原型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14600" y="206654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▲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" y="2148840"/>
            <a:ext cx="40233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148840"/>
            <a:ext cx="54864" cy="5303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2212848"/>
            <a:ext cx="822960" cy="201168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2128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流程层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783080" y="2185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 CONVENTIONS / GitHub Spec-Kit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783080" y="2423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+ spec + plan + tasks 四件套  |  上手 0.5–1 天  |  4–10 人 / 新项目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514600" y="266090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▲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2743200"/>
            <a:ext cx="40233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2743200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1"/>
          <p:cNvSpPr/>
          <p:nvPr/>
        </p:nvSpPr>
        <p:spPr>
          <a:xfrm>
            <a:off x="822960" y="2807208"/>
            <a:ext cx="822960" cy="20116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2807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组织层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783080" y="27797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BMAD-METHOD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78308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角色驱动 Agile 全生命周期，34+ workflow  |  上手 1–3 天  |  企业 / 强治理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0080" y="34015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原则：不要跨阶梯升级。轻→重 有 5 个触发点，重→轻 有实战剪枝策略。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29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文档防腐核心策略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029200" y="1554480"/>
            <a:ext cx="3840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5120640" y="1627632"/>
            <a:ext cx="274320" cy="274320"/>
          </a:xfrm>
          <a:prstGeom prst="oval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12064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532120" y="15910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风格 &amp; 结构检查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532120" y="178308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+ markdownlint-cli2 自动拦截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0" y="2029968"/>
            <a:ext cx="3840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5120640" y="2103120"/>
            <a:ext cx="274320" cy="274320"/>
          </a:xfrm>
          <a:prstGeom prst="oval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1206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532120" y="20665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链接失效检测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532120" y="225856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lychee 增量 PR 门禁 + 全量定期巡检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029200" y="2505456"/>
            <a:ext cx="3840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8"/>
          <p:cNvSpPr/>
          <p:nvPr/>
        </p:nvSpPr>
        <p:spPr>
          <a:xfrm>
            <a:off x="5120640" y="2578608"/>
            <a:ext cx="274320" cy="274320"/>
          </a:xfrm>
          <a:prstGeom prst="oval">
            <a:avLst/>
          </a:prstGeom>
          <a:solidFill>
            <a:srgbClr val="8B5CF6">
              <a:alpha val="18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512064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532120" y="25420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周审计 SOP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532120" y="2734056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项 checklist：行数/死规则/矛盾/过期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029200" y="2980944"/>
            <a:ext cx="3840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Shape 43"/>
          <p:cNvSpPr/>
          <p:nvPr/>
        </p:nvSpPr>
        <p:spPr>
          <a:xfrm>
            <a:off x="5120640" y="3054096"/>
            <a:ext cx="274320" cy="274320"/>
          </a:xfrm>
          <a:prstGeom prst="oval">
            <a:avLst/>
          </a:prstGeom>
          <a:solidFill>
            <a:srgbClr val="EF4444">
              <a:alpha val="18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512064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532120" y="3017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封顶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532120" y="320954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每次会话 ≤5 条强调；2 次纠错 → 写规则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5029200" y="3456432"/>
            <a:ext cx="3840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Shape 48"/>
          <p:cNvSpPr/>
          <p:nvPr/>
        </p:nvSpPr>
        <p:spPr>
          <a:xfrm>
            <a:off x="5120640" y="3529584"/>
            <a:ext cx="274320" cy="274320"/>
          </a:xfrm>
          <a:prstGeom prst="oval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512064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532120" y="3493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大失败模式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5532120" y="3685032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Sink / Over-Correct / Over-Spec / Trust-Verify Gap / Infinite Explore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40080" y="4297680"/>
            <a:ext cx="7772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3"/>
          <p:cNvSpPr/>
          <p:nvPr/>
        </p:nvSpPr>
        <p:spPr>
          <a:xfrm>
            <a:off x="822960" y="43159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关键洞察 (ThoughtWorks Radar, 2026)：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"Continue to re-evaluate the need for SDD tooling as models grow more powerful." — 重型 SDD 的边际价值随模型能力提升而下降。方法选型当成"当下能力补丁"，不是"永久基础设施"。轻量起步，按需升级。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dockit-adr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架构决策记录 — MADR 格式 · L2 决策知识层 · AI 可程序化检索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文档结构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627632"/>
            <a:ext cx="393192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627632"/>
            <a:ext cx="45720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16459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背景上下文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6459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问题陈述、技术约束、业务需求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2011680"/>
            <a:ext cx="393192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011680"/>
            <a:ext cx="45720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20299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决策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202996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所选方案与明确的选型理由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2395728"/>
            <a:ext cx="393192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2395728"/>
            <a:ext cx="45720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241401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正面后果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68880" y="241401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POS-NNN 编码，有益成果与优势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2779776"/>
            <a:ext cx="393192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640080" y="2779776"/>
            <a:ext cx="45720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804672" y="27980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负面后果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468880" y="27980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NEG-NNN 编码，权衡与风险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080" y="3163824"/>
            <a:ext cx="393192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080" y="3163824"/>
            <a:ext cx="45720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804672" y="31821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备选方案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468880" y="318211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ALT-NNN 编码，描述及放弃理由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3547872"/>
            <a:ext cx="393192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640080" y="3547872"/>
            <a:ext cx="45720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804672" y="35661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实施注意事项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468880" y="35661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IMP-NNN 编码，迁移策略与监控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02920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029200" y="1627632"/>
            <a:ext cx="3566160" cy="51206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166360" y="1700784"/>
            <a:ext cx="365760" cy="365760"/>
          </a:xfrm>
          <a:prstGeom prst="oval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764792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669280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 格式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66928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标准化模板 + YAML frontmatter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可程序化检索决策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5029200" y="2194560"/>
            <a:ext cx="3566160" cy="51206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5166360" y="2267712"/>
            <a:ext cx="365760" cy="365760"/>
          </a:xfrm>
          <a:prstGeom prst="oval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331720"/>
            <a:ext cx="237744" cy="23774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669280" y="2240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前缀编码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5669280" y="2441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 / ALT / IMP / REF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体系化编号，永不失效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5029200" y="2761488"/>
            <a:ext cx="3566160" cy="51206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166360" y="2834640"/>
            <a:ext cx="365760" cy="365760"/>
          </a:xfrm>
          <a:prstGeom prst="oval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898648"/>
            <a:ext cx="237744" cy="23774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669280" y="2807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状态追踪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5669280" y="3008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→ Accepted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Deprecated → Superseded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5029200" y="3328416"/>
            <a:ext cx="3566160" cy="51206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5166360" y="3401568"/>
            <a:ext cx="365760" cy="365760"/>
          </a:xfrm>
          <a:prstGeom prst="oval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465576"/>
            <a:ext cx="237744" cy="237744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669280" y="3374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智能检测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5669280" y="3575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build tag · DI 框架 · DB 驱动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自动识别值得记录的决策点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5029200" y="3895344"/>
            <a:ext cx="3566160" cy="51206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5166360" y="3968496"/>
            <a:ext cx="365760" cy="365760"/>
          </a:xfrm>
          <a:prstGeom prst="oval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4032504"/>
            <a:ext cx="237744" cy="237744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5669280" y="3941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幂等安全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5669280" y="4142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已存在则展示 diff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让用户选择，不静默覆盖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1"/>
          <p:cNvSpPr/>
          <p:nvPr/>
        </p:nvSpPr>
        <p:spPr>
          <a:xfrm>
            <a:off x="777240" y="4617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docs/adr/NNNN-title.md  |  命名: adr-0001-数据库选型.md  |  MADR 2.1.2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dockit-learning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持续学习与经验管理 — L3 经验库层 · 自动化知识闭环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10B981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触发场景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572768"/>
            <a:ext cx="45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命令失败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177393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返回非零退出码或异常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0080" y="1993392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1993392"/>
            <a:ext cx="45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0208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用户纠错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21945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"不对，应该是..." / "实际上..."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40080" y="2414016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2414016"/>
            <a:ext cx="45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441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功能请求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77240" y="261518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用户请求不存在的功能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697480" y="1572768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2697480" y="1572768"/>
            <a:ext cx="45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2834640" y="16002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知识过时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834640" y="177393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发现知识已过时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97480" y="1993392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2697480" y="1993392"/>
            <a:ext cx="45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2834640" y="20208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外部故障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834640" y="21945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或外部工具失败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697480" y="2414016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2697480" y="2414016"/>
            <a:ext cx="45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2834640" y="2441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最佳实践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834640" y="261518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为重复任务找到更好方式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29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三文件结构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029200" y="1572768"/>
            <a:ext cx="356616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029200" y="1572768"/>
            <a:ext cx="35661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2"/>
          <p:cNvSpPr/>
          <p:nvPr/>
        </p:nvSpPr>
        <p:spPr>
          <a:xfrm>
            <a:off x="5166360" y="1682496"/>
            <a:ext cx="420624" cy="420624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755648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715000" y="1636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LEARNINGS.md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7498080" y="1655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LRN-YYYYMMDD-XXX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715000" y="1883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· insight · knowledge_gap · best_practice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5029200" y="2286000"/>
            <a:ext cx="356616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5029200" y="2286000"/>
            <a:ext cx="35661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Shape 38"/>
          <p:cNvSpPr/>
          <p:nvPr/>
        </p:nvSpPr>
        <p:spPr>
          <a:xfrm>
            <a:off x="5166360" y="2395728"/>
            <a:ext cx="420624" cy="420624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468880"/>
            <a:ext cx="274320" cy="2743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715000" y="2350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ERRORS.md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7498080" y="23682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ERR-YYYYMMDD-XXX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5715000" y="2596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命令失败 · 异常堆栈 · 集成错误 · 超时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5029200" y="2999232"/>
            <a:ext cx="356616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5029200" y="2999232"/>
            <a:ext cx="35661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44"/>
          <p:cNvSpPr/>
          <p:nvPr/>
        </p:nvSpPr>
        <p:spPr>
          <a:xfrm>
            <a:off x="5166360" y="3108960"/>
            <a:ext cx="420624" cy="420624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3182112"/>
            <a:ext cx="274320" cy="27432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715000" y="3063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FEATURE_REQUESTS.md</a:t>
            </a:r>
            <a:endParaRPr lang="en-US" sz="1300" dirty="0"/>
          </a:p>
        </p:txBody>
      </p:sp>
      <p:sp>
        <p:nvSpPr>
          <p:cNvPr id="52" name="Text 46"/>
          <p:cNvSpPr/>
          <p:nvPr/>
        </p:nvSpPr>
        <p:spPr>
          <a:xfrm>
            <a:off x="7498080" y="3081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FEAT-YYYYMMDD-XXX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5715000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用户请求 · 复杂度评估 · 实现建议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640080" y="3886200"/>
            <a:ext cx="7772400" cy="256032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55" name="Text 49"/>
          <p:cNvSpPr/>
          <p:nvPr/>
        </p:nvSpPr>
        <p:spPr>
          <a:xfrm>
            <a:off x="777240" y="38862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⛩  知识质量门禁：可复现？有时效？有上下文？有排他性？    |    升级路径：LEARNINGS → CLAUDE.md/AGENTS.md → Skill 提取</a:t>
            </a:r>
            <a:endParaRPr lang="en-US" sz="1050" dirty="0"/>
          </a:p>
        </p:txBody>
      </p:sp>
      <p:sp>
        <p:nvSpPr>
          <p:cNvPr id="56" name="Shape 50"/>
          <p:cNvSpPr/>
          <p:nvPr/>
        </p:nvSpPr>
        <p:spPr>
          <a:xfrm>
            <a:off x="640080" y="4297680"/>
            <a:ext cx="7772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1"/>
          <p:cNvSpPr/>
          <p:nvPr/>
        </p:nvSpPr>
        <p:spPr>
          <a:xfrm>
            <a:off x="822960" y="43159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核心原则 (Vercel/Princeton, 2026)：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人类审核是经验库的最后闸门 — LLM 自生成的 AGENTS.md 反而降低成功率 2%、增加成本 23%。索引引导检索优于向量 RAG（&lt;500 篇时）。精简 &gt; 详尽：每多 100 行，遵循率降 3-5%。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5: dockit-claude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原生适配 — 接通 Anthropic 四层加载模型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oval">
            <a:avLst/>
          </a:prstGeom>
          <a:solidFill>
            <a:srgbClr val="0EA5E9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71600"/>
            <a:ext cx="19659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0160" y="1554480"/>
            <a:ext cx="685800" cy="685800"/>
          </a:xfrm>
          <a:prstGeom prst="oval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桥接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创建/追加 @AGENTS.md 入口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铁律：绝不覆盖已有文件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61488" y="1371600"/>
            <a:ext cx="19659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01568" y="1554480"/>
            <a:ext cx="685800" cy="685800"/>
          </a:xfrm>
          <a:prstGeom prst="oval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898648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 规则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98648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 3 个（style/testing/arch）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≤15 行 @-import 索引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82896" y="1371600"/>
            <a:ext cx="19659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22976" y="1554480"/>
            <a:ext cx="685800" cy="685800"/>
          </a:xfrm>
          <a:prstGeom prst="oval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522976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020056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软链接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0056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-s ../docs/skills .claude/skills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版本控制真源 → 原生发现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04304" y="1371600"/>
            <a:ext cx="19659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644384" y="1554480"/>
            <a:ext cx="685800" cy="685800"/>
          </a:xfrm>
          <a:prstGeom prst="oval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644384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41464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注册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41464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activator.sh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 自动触发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" y="4297680"/>
            <a:ext cx="7772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43159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路径作用域加载（Anthropic 四层加载模型第二层）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global-style.md → paths: ["**/*.java", "**/*.py"] — 仅编辑源码时加载  |  global-testing.md → paths: ["**/*Test.java", "tests/**"] — 仅编辑测试时加载  |  architecture.md → paths: [] — 始终加载（架构不变式）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dockit-init — 主流程编排器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一键串联 Phase 0–5，交互式确认 + 幂等安全 + 数据驱动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325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54480"/>
            <a:ext cx="13258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645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探索画像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repo-explore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64208" y="178308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55648" y="1554480"/>
            <a:ext cx="1325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55648" y="1554480"/>
            <a:ext cx="13258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755648" y="1645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55648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根文档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55648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repo-init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99816" y="178308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91256" y="1554480"/>
            <a:ext cx="1325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91256" y="1554480"/>
            <a:ext cx="13258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191256" y="1645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91256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模块文档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91256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module-init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35424" y="178308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1554480"/>
            <a:ext cx="1325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1554480"/>
            <a:ext cx="1325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626864" y="1645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6864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架构文档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26864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71032" y="178308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62472" y="1554480"/>
            <a:ext cx="1325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62472" y="1554480"/>
            <a:ext cx="13258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062472" y="1645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62472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知识架构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62472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knowledge-init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178308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0" y="1554480"/>
            <a:ext cx="1325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0" y="1554480"/>
            <a:ext cx="13258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1645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Claude适配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98080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adapt-claude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核心设计原则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1520" y="324612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364992"/>
            <a:ext cx="320040" cy="3200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80160" y="3291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阶段化合成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68680" y="3584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0→5 渐进式生成，每阶段确认后再推进，不跳步不覆盖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566160" y="324612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364992"/>
            <a:ext cx="320040" cy="32004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4114800" y="3291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幂等安全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3703320" y="3584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已存在文件展示 diff，用户选择保留/合并/替换，永不静默覆盖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400800" y="324612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364992"/>
            <a:ext cx="320040" cy="32004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6949440" y="3291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6537960" y="3584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画像贯穿全流程，下游直接消费，避免重复采集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53" name="Text 48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最终产出：AGENTS.md × N + ARCHITECTURE.md + CLAUDE.md + docs/ + .claude/rules/  |  对应五层架构 L0–L4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1828800" cy="1828800"/>
          </a:xfrm>
          <a:prstGeom prst="oval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0040"/>
            <a:ext cx="1371600" cy="1371600"/>
          </a:xfrm>
          <a:prstGeom prst="oval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4023360"/>
            <a:ext cx="1097280" cy="1097280"/>
          </a:xfrm>
          <a:prstGeom prst="oval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开始使用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一句话启动 dockit 文档化流程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69494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645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帮我为代码仓生成结构化文档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触发 dockit-init，自动执行 Phase 0-5 全流程，构建 L0-L4 知识架构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224028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3108960"/>
            <a:ext cx="4572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探索项目结构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438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dockit-repo-profile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36210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快速了解陌生代码仓全貌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20440" y="3108960"/>
            <a:ext cx="224028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3108960"/>
            <a:ext cx="4572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ADR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438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dockit-adr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0" y="36210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记录关键架构决策及理由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3108960"/>
            <a:ext cx="224028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3108960"/>
            <a:ext cx="4572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记录学习经验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3438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dockit-learning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80760" y="36210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捕获错误/纠正/最佳实践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个技能  ·  5 个阶段  ·  5 层知识架构  ·  1 套完整的 AI 文档化方案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dockit 智能文档体系</dc:title>
  <dc:subject>PptxGenJS Presentation</dc:subject>
  <dc:creator>dockit</dc:creator>
  <cp:lastModifiedBy>dockit</cp:lastModifiedBy>
  <cp:revision>1</cp:revision>
  <dcterms:created xsi:type="dcterms:W3CDTF">2026-06-13T17:23:55Z</dcterms:created>
  <dcterms:modified xsi:type="dcterms:W3CDTF">2026-06-13T17:23:55Z</dcterms:modified>
</cp:coreProperties>
</file>